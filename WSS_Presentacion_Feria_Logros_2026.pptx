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83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6283A"/>
                </a:solidFill>
                <a:latin typeface="Arial"/>
              </a:rPr>
              <a:t>Recall según presupuesto (peticiones por parámetro)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0FA3A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8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</c:v>
                  </c:pt>
                  <c:pt idx="1">
                    <c:v>20</c:v>
                  </c:pt>
                  <c:pt idx="2">
                    <c:v>50</c:v>
                  </c:pt>
                  <c:pt idx="3">
                    <c:v>∞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67.5</c:v>
                </c:pt>
                <c:pt idx="1">
                  <c:v>70.6</c:v>
                </c:pt>
                <c:pt idx="2">
                  <c:v>70.6</c:v>
                </c:pt>
                <c:pt idx="3">
                  <c:v>70.6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628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1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Hallazgos</c:v>
                </c:pt>
              </c:strCache>
            </c:strRef>
          </c:tx>
          <c:spPr>
            <a:solidFill>
              <a:srgbClr val="0FA3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8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Cabeceras faltantes</c:v>
                  </c:pt>
                  <c:pt idx="1">
                    <c:v>Divulgación de info.</c:v>
                  </c:pt>
                  <c:pt idx="2">
                    <c:v>XSS</c:v>
                  </c:pt>
                  <c:pt idx="3">
                    <c:v>Path Traversal</c:v>
                  </c:pt>
                  <c:pt idx="4">
                    <c:v>Credenciales expuestas</c:v>
                  </c:pt>
                  <c:pt idx="5">
                    <c:v>CSRF</c:v>
                  </c:pt>
                  <c:pt idx="6">
                    <c:v>Control de acceso roto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64</c:v>
                </c:pt>
                <c:pt idx="1">
                  <c:v>32</c:v>
                </c:pt>
                <c:pt idx="2">
                  <c:v>7</c:v>
                </c:pt>
                <c:pt idx="3">
                  <c:v>5</c:v>
                </c:pt>
                <c:pt idx="4">
                  <c:v>2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8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8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proyecto WSS. Todas las cifras provienen del paper (submission.pdf) y de una reproducción propia en laboratorio Docker.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Tarda aprox. 6 minutos. Si el contenedor aparece unhealthy pero responde en https://127.0.0.1:8443/benchmark/, se puede escanear igualmente. Alternativa rápida: reducir --target-list.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7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 DE LOGROS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Security Scanner (WSS) v2.x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 de vulnerabilidades web asíncrono, reproducible y con triaje por IA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66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Ernesto Galdámez Vides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Evangélica de El Salvador (UEES)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2026010235@cvirtualuees.edu.sv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del DAST en la práctica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 · Feria de Logros 2026 · 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Latencia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escaneo realista requiere entre 10⁴ y 10⁵ peticiones HTTP. Secuencial, no cabe en cada commit.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Ruido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69164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falsos positivos: el equipo pierde confianza y termina ignorando los reportes.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18872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Explosión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69164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inyección × payloads × transformaciones. El orden en que se gasta el presupuesto decide qué se detecta.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de investigación: ¿se puede detectar más gastando menos peticiones, sin subir los falsos positivos?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WSS?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 · Feria de Logros 2026 ·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DAST construido 100 % sobre asyncio y aiohttp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categorías de payloads: XSS, SQLi, Path Traversal, Command Injection, LDAP, entre otras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 autenticado, superficie de ataque y reportes JSON / HTML / PDF con secretos enmascarados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0" y="1188720"/>
            <a:ext cx="640080" cy="64008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11887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 payloads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0" y="2240280"/>
            <a:ext cx="640080" cy="64008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22402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en ejecución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0" y="3291840"/>
            <a:ext cx="640080" cy="64008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3291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Triaje con LLM (opcional)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 · Feria de Logros 2026 ·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070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Núcleo HTTP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punto de red · caché · token bucket · guardia SSRF · tope 5 MiB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2070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 de workers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6002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Contrapresión con cola acotada · cierre ordenado con Ctrl+C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09728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2070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 payloads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6002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Intercalar → priorizar → ordenar → mutar (WAF)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9900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Confirmación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3832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Reflexión, error SQL y SQLi por tiempo (τ = 4 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288036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29000" y="29900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Telemetría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3832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por sonda · hash SHA-256 del corpus · commit · semilla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288036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29900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3832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HTML / PDF · secretos enmascarados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decide qué probar primero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 · Feria de Logros 2026 · 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OOB inútil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48840" y="118872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48840" y="118872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Intercalar por contexto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0" y="118872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40480" y="118872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por confianza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32120" y="118872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32120" y="118872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adaptativo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23760" y="118872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23760" y="118872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37744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Intercalar: un payload representativo de cada contexto (HTML, atributo, JS, URL, SQL) antes de agotar uno solo.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Priorizar: primero los vectores con mayor probabilidad histórica de éxito e impacto.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Adaptativo: reordena la cola restante según los aciertos y fallos observados.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 por tiempo: se remide la latencia base y se exige una diferencia ≥ 4 s antes de marcar "confirmed".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de evaluación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 · Feria de Logros 2026 · 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338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GET de OWASP Benchmark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097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194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 vulnerables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097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144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trampas (puntos seguros)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1097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corridas: 4 presupuestos × 5 configs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5176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bloques completos aleatorizados (RCBD); presupuesto ∈ {10, 20, 50, ∞} peticiones por parámetro.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Estadística: Friedman, Nemenyi, Wilcoxon con corrección Benjamini–Hochberg y δ de Cliff.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Oráculo de evaluación independiente y manifiesto reproducible (semilla + hash del corpus).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Composición: 68 XSS · 65 SQLi · 30 Path Traversal · 25 Command Injection · 6 LDAP.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Resultado: satura con 20 peticiones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 · Feria de Logros 2026 · 7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760720" y="10972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70,6 %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1920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(137 de 194)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2331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1,4 %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falsos positivos (2 de 144 trampas)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3611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el presupuesto a 50 o ∞ no detecta más: solo baja la precisión de 64,0 % a 59,1 %.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optimización realmente aporta?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 · Feria de Logros 2026 · 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Priorización por confianza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única con efecto práctico.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ella, con 20 peticiones: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−3,1 p.p. de recall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−5,5 p.p. de precisión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vulnerabilidades perdidas y 16 falsos positivos más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50 peticiones el efecto desaparece.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demás componentes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60020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Cambian el orden de las peticiones de forma estadísticamente detectable (Friedman, p ≪ 0,001), pero con efecto despreciable (|δ| &lt; 0,02).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la planificación aporta anticipación (mayor AUC con presupuesto ajustado), no un techo de detección más alto.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con OWASP ZAP 2.17.0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 · Feria de Logros 2026 · 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011680"/>
                <a:gridCol w="128016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 ZAP (política por defecto)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70,6 % (137/194)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6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1961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6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WSS (presupuesto 20)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6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70,6 % (137/194)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628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A3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274320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recall exacto, unas 11× más rápido en el presupuesto donde WSS ya satura.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 es más conservador: 0 % de falsos positivos sobre las trampas. Se reporta tal cual.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57 instancias que ninguna herramienta detecta indican una propiedad del benchmark, no de una herramienta.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sola corrida de cada una y con reglas distintas: un dato honesto, no un ranking.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Triaje con LLM: un resultado nulo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 · Feria de Logros 2026 ·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FE0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1852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 evaluados por el modelo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097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FE0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suprimidos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1097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FE0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negativos introducidos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benchmark tiene señales muy regulares y pocos falsos positivos que quitar: es un instrumento inadecuado para esta pregunta.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Sobrecarga de tiempo no sistemática: el procesamiento por lotes mantiene la inferencia fuera de la ruta crítica.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resultado negativo reportado con honestidad; no valida ni invalida el triaje en general.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Reproducción en laboratorio Docker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 · Feria de Logros 2026 ·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del 23-sep-2026, mismo comando y mismos 338 objetivos, contra owasp/benchmark en Docker.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137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77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verdaderos positivos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554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70,6 %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377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(igual que el paper)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554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63,7 %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377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1554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144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2377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trampas activadas (FPR 2,1 %)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única diferencia frente al paper es 1 trampa más (2,1 % frente a 1,4 %): variación normal entre corridas, ya documentada en el paper. La telemetría se califica con el oráculo independiente tools/eval_oracle.py.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práctico: escaneo de Google Gruyere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 · Feria de Logros 2026 · 12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035040" y="9144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113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en total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Severidad: 14 High · 3 Medium · 64 Low · 32 Info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92608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corrida automatizada (scan_20260912_174407). No está calificada contra una verdad de terreno: las cifras son hallazgos reportados, no métricas de precisión.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y trabajo futuro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 · Feria de Logros 2026 · 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vectores GET (338 puntos)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sintético: sobreestima el recall absoluto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de calentamiento de la JVM (mitigado)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ZAP: una sola corrida, reglas distintas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Triaje LLM probado con un único modelo y umbral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3F7F9"/>
          </a:solidFill>
          <a:ln w="12700">
            <a:solidFill>
              <a:srgbClr val="F3F7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207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futuro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600200"/>
            <a:ext cx="3657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con ruido real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POST, cabeceras y cookies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Barrido del umbral y modelo del LLM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herramientas: Burp y Nuclei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red team autónomo (LangGraph)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 · Feria de Logros 2026 · 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DAST asíncrono con evaluación reproducible: manifiesto, semilla y hash del corpus.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igual al de ZAP (70,6 %) en una fracción del tiempo.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20 peticiones por parámetro ya alcanza su máximo de detección.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de la planificación es detectar antes, no detectar más.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resultados nulos también es ciencia.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Pruébalo tú mismo: laboratorio Docker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 · Feria de Logros 2026 ·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únicamente contra el laboratorio local autorizado (127.0.0.1).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3200400"/>
          </a:xfrm>
          <a:prstGeom prst="roundRect">
            <a:avLst>
              <a:gd name="adj" fmla="val 2286"/>
            </a:avLst>
          </a:prstGeom>
          <a:solidFill>
            <a:srgbClr val="16283A"/>
          </a:solidFill>
          <a:ln w="12700">
            <a:solidFill>
              <a:srgbClr val="1628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Levantar OWASP Benchmark (espera a que esté "healthy", ~5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-f testbed/docker-compose.yml up -d owasp-benchmark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Escanear los 338 objetivos (presupuesto 20)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.venv/bin/python -m web_security_scanner.cli scan https://127.0.0.1:8443/benchmark/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--target-list testbed/benchmark_targets.json --no-verify-ssl --allow-private-redirects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--max-payloads 20 --global-seed 42 --telemetry-dir out --output out/report --output-format json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3) Calificar con el oráculo (esperado: TP=137, Recall=0.706)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.venv/bin/python tools/eval_oracle.py --results out/telemetry_*.jsonl --ground-truth testbed/ground_truth.json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Ernesto Galdámez Vides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2026010235@cvirtualuees.edu.sv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Security Scanner (WSS) - Feria de Logros 2026</dc:title>
  <dc:subject>PptxGenJS Presentation</dc:subject>
  <dc:creator>PptxGenJS</dc:creator>
  <cp:lastModifiedBy>PptxGenJS</cp:lastModifiedBy>
  <cp:revision>1</cp:revision>
  <dcterms:created xsi:type="dcterms:W3CDTF">2026-09-23T20:21:14Z</dcterms:created>
  <dcterms:modified xsi:type="dcterms:W3CDTF">2026-09-23T20:21:14Z</dcterms:modified>
</cp:coreProperties>
</file>