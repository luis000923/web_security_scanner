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Security Scanner (WSS)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vulnerabilidades web asíncrono, reproducible y con triaje por IA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Ernesto Galdámez Vides · UEES · Feria de Logros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y qué problema resuelve?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escaneo realista requiere 10⁴–10⁵ peticiones; secuencial no cabe en cada commit.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747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031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Demasiados falsos positivos: el equipo deja de confiar en los reportes.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0F1B2D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WSS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031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DAST 100 % asyncio/aiohttp con 14 categorías de payloads (XSS, SQLi, Path Traversal, Command Injection, LDAP…).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94360" cy="594360"/>
          </a:xfrm>
          <a:prstGeom prst="ellipse">
            <a:avLst/>
          </a:prstGeom>
          <a:solidFill>
            <a:srgbClr val="19B5A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80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2801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 la superficie de ataque (autenticado, con navegador opcional)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94360" cy="594360"/>
          </a:xfrm>
          <a:prstGeom prst="ellipse">
            <a:avLst/>
          </a:prstGeom>
          <a:solidFill>
            <a:srgbClr val="19B5A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48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148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Intercala por contexto, prioriza por confianza y reordena de forma adaptativa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94360" cy="594360"/>
          </a:xfrm>
          <a:prstGeom prst="ellipse">
            <a:avLst/>
          </a:prstGeom>
          <a:solidFill>
            <a:srgbClr val="19B5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017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0175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Reflexión, error SQL y SQLi por tiempo (τ = 4 s) en ejecución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94360" cy="594360"/>
          </a:xfrm>
          <a:prstGeom prst="ellipse">
            <a:avLst/>
          </a:prstGeom>
          <a:solidFill>
            <a:srgbClr val="19B5A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86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Triaje y reporte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8862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opcional; JSON/HTML/PDF con secretos enmascarados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sobre OWASP Benchmark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338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GET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(194 vulnerables)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9B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70,6 %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(137 de 194)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1,4 %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de 144 trampas)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1371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2860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peticiones por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 bastan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83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presupuesto (50 o ∞) no detecta más: solo baja la precisión.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Replicado en Docker el 23-sep-2026: mismo recall (70,6 %).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con OWASP ZAP 2.17.0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46304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ZAP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70,6 %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1961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WSS (presupuesto 20)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70,6 %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8A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108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recall, ~11× más rápido.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priorización por confianza es la única optimización con efecto real.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Triaje LLM: resultado nulo (0 suprimidos, 0 FN), reportado con honestidad.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 el escaneo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contra el laboratorio local autorizado (127.0.0.1)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3383280"/>
          </a:xfrm>
          <a:prstGeom prst="roundRect">
            <a:avLst>
              <a:gd name="adj" fmla="val 2162"/>
            </a:avLst>
          </a:prstGeom>
          <a:solidFill>
            <a:srgbClr val="070E1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Levantar OWASP Benchmark (~5 min hasta "healthy")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-f testbed/docker-compose.yml up -d owasp-benchmark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Escanear los 338 objetivos (presupuesto 20)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-m web_security_scanner.cli scan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https://127.0.0.1:8443/benchmark/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--target-list testbed/benchmark_targets.json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--no-verify-ssl --allow-private-redirects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--max-payloads 20 --global-seed 42 --telemetry-dir out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 out/report --output-format 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Calificar (esperado: TP=137, Recall=0.706)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tools/eval_oracle.py --results out/telemetry_*.jsonl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--ground-truth testbed/ground_truth.json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2026-09-23T20:55:04Z</dcterms:created>
  <dcterms:modified xsi:type="dcterms:W3CDTF">2026-09-23T20:55:04Z</dcterms:modified>
</cp:coreProperties>
</file>